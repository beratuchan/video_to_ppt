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gif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SECRET Way to Use Top AI APIs for FREE (DeepSeek-R1 now included!) - 00:18:000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SECRET Way to Use Top AI APIs for FREE (DeepSeek-R1 now included!) - 00:20:000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SECRET Way to Use Top AI APIs for FREE (DeepSeek-R1 now included!) - 00:23:000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SECRET Way to Use Top AI APIs for FREE (DeepSeek-R1 now included!) - 00:39:000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SECRET Way to Use Top AI APIs for FREE (DeepSeek-R1 now included!) - 00:43:000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SECRET Way to Use Top AI APIs for FREE (DeepSeek-R1 now included!) - 00:45:000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SECRET Way to Use Top AI APIs for FREE (DeepSeek-R1 now included!) - 00:46:000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SECRET Way to Use Top AI APIs for FREE (DeepSeek-R1 now included!) - 00:47:000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SECRET Way to Use Top AI APIs for FREE (DeepSeek-R1 now included!) - 00:48:000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SECRET Way to Use Top AI APIs for FREE (DeepSeek-R1 now included!) - 00:50:000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SECRET Way to Use Top AI APIs for FREE (DeepSeek-R1 now included!) - 00:53:000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SECRET Way to Use Top AI APIs for FREE (DeepSeek-R1 now included!) - 00:55:000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SECRET Way to Use Top AI APIs for FREE (DeepSeek-R1 now included!) - 00:58:000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SECRET Way to Use Top AI APIs for FREE (DeepSeek-R1 now included!) - 00:59:000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SECRET Way to Use Top AI APIs for FREE (DeepSeek-R1 now included!) - 01:03:000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SECRET Way to Use Top AI APIs for FREE (DeepSeek-R1 now included!) - 01:04:000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SECRET Way to Use Top AI APIs for FREE (DeepSeek-R1 now included!) - 01:09:000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SECRET Way to Use Top AI APIs for FREE (DeepSeek-R1 now included!) - 01:10:000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SECRET Way to Use Top AI APIs for FREE (DeepSeek-R1 now included!) - 01:12:000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SECRET Way to Use Top AI APIs for FREE (DeepSeek-R1 now included!) - 01:19:000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SECRET Way to Use Top AI APIs for FREE (DeepSeek-R1 now included!) - 01:28:000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SECRET Way to Use Top AI APIs for FREE (DeepSeek-R1 now included!) - 02:13:000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SECRET Way to Use Top AI APIs for FREE (DeepSeek-R1 now included!) - 02:59:000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SECRET Way to Use Top AI APIs for FREE (DeepSeek-R1 now included!) - 03:20:000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SECRET Way to Use Top AI APIs for FREE (DeepSeek-R1 now included!) - 03:21:000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SECRET Way to Use Top AI APIs for FREE (DeepSeek-R1 now included!) - 03:22:000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SECRET Way to Use Top AI APIs for FREE (DeepSeek-R1 now included!) - 03:24:000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SECRET Way to Use Top AI APIs for FREE (DeepSeek-R1 now included!) - 03:26:000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SECRET Way to Use Top AI APIs for FREE (DeepSeek-R1 now included!) - 03:28:000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