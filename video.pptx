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/>
            </a:pPr>
            <a:r>
              <a:t>Video URL: Bilinmiyor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- 00:00:000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1082992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- 00:00:000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1082992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- 00:04:000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1082992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- 00:08:000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1082992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- 00:09:000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1082992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- 00:11:000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1082992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- 00:12:000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1082992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- 00:13:000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1082992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- 00:14:000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1082992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- 00:15:000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1082992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- 00:16:000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1082992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- 00:17:000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1082992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- 00:18:000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1082992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- 00:19:000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1082992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- 00:24:000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1082992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- 00:25:000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1082992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- 00:27:000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1082992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- 00:28:000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1082992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- 00:29:000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1082992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- 00:30:000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1082992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- 00:31:000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1082992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- 00:32:000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1082992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- 00:33:000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1082992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- 00:34:000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