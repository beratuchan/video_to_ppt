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Video URL: https://www.youtube.com/watch?v=tAuRQs_d9F8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- 00:00:000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- 00:47:000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- 00:48:000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- 00:50:000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- 00:53:000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- 00:54:000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- 00:55:000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- 00:56:000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- 00:57:000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- 00:58:000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- 00:59:000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- 01:00:000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- 01:01:000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- 01:02:000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- 01:15:000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- 01:16:000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- 01:18:000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- 01:19:000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- 01:20:000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- 01:29:000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- 01:30:000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- 01:31:000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- 01:32:000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- 01:33:000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- 01:34:000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- 01:35:000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- 01:36:000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- 01:37:000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- 01:38:000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- 01:40:000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- 01:42:000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- 01:45:000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- 01:46:000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- 01:47:000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- 01:48:000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- 01:52:000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- 01:53:000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- 01:55:000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- 01:56:000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- 01:58:000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- 02:06:000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- 02:26:000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- 02:29:000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- 02:32:000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- 02:37:000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- 02:43:000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- 03:25:000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- 03:26:000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- 03:36:000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- 03:37:000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- 03:40:000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- 03:42:000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- 03:48:000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- 03:51:000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- 03:54:000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- 03:57:000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- 03:58:000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- 03:59:000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- 04:00:000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- 04:01:000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- 04:02:000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- 04:05:000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- 04:12:000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- 04:15:000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- 04:16:000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- 04:17:000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- 04:22:000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- 04:23:000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- 05:15:000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- 05:19:000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- 05:23:000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- 05:36:000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- 05:38:000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- 05:40:000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- 05:45:000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- 05:48:000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- 05:49:000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- 06:03:000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- 06:04:000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- 06:15:000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- 06:16:000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- 06:17:000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- 06:20:000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- 06:27:000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- 06:28:000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- 06:29:000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- 06:31:000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- 06:34:000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- 06:39:000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- 06:46:000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- 06:49:000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- 07:01:000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- 07:02:000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- 07:04:000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- 07:08:000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- 07:20:000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- 07:25:000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- 07:30:000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- 07:32:000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- 07:35:000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- 07:38:000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- 07:44:000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- 07:46:000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- 07:47:000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- 07:48:000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- 07:51:000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- 07:55:000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- 08:16:000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- 08:25:000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- 08:28:000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- 08:30:000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- 08:32:000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- 08:34:000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- 08:37:000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- 08:49:000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- 08:59:000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- 09:00:000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- 09:02:000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- 09:03:000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- 09:11:000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- 09:14:000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- 09:16:000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- 09:18:000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- 09:24:000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- 09:26:000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- 09:27:000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- 09:28:000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- 09:29:000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- 09:30:000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- 09:33:000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- 09:36:000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- 09:38:000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- 09:39:000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- 09:40:000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- 09:41:000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- 09:43:000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- 09:44:000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1371600"/>
            <a:ext cx="6096000" cy="3429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Design Patterns EVERY Developer Should Know - 09:45:000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