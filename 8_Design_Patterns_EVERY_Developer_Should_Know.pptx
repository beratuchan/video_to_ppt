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Video URL: https://www.youtube.com/watch?v=tAuRQs_d9F8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8 Design Patterns EVERY Developer Should Know - 00:00:000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8 Design Patterns EVERY Developer Should Know - 09:36:000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8 Design Patterns EVERY Developer Should Know - 09:38:000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8 Design Patterns EVERY Developer Should Know - 09:39:000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8 Design Patterns EVERY Developer Should Know - 09:40:000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8 Design Patterns EVERY Developer Should Know - 09:41:000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8 Design Patterns EVERY Developer Should Know - 09:43:000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8 Design Patterns EVERY Developer Should Know - 09:44:000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99" y="1371600"/>
            <a:ext cx="6096000" cy="342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943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8 Design Patterns EVERY Developer Should Know - 09:45:000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