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Video URL: https://www.youtube.com/watch?v=tAuRQs_d9F8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- 00:00:000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- 09:45:000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