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gif" ContentType="image/gif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gif"/><Relationship Id="rId3" Type="http://schemas.openxmlformats.org/officeDocument/2006/relationships/image" Target="../media/image7.gif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5943600"/>
            <a:ext cx="7315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Video URL: https://www.youtube.com/watch?v=tAuRQs_d9F8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5943600"/>
            <a:ext cx="7315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8 Design Patterns EVERY Developer Should Know - 00:00:000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914400"/>
            <a:ext cx="7315200" cy="54864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3999" y="1371600"/>
            <a:ext cx="6096000" cy="3429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14400" y="5943600"/>
            <a:ext cx="7315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8 Design Patterns EVERY Developer Should Know - 09:40:000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3999" y="1371600"/>
            <a:ext cx="6096000" cy="3429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14400" y="5943600"/>
            <a:ext cx="7315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8 Design Patterns EVERY Developer Should Know - 09:41:000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3999" y="1371600"/>
            <a:ext cx="6096000" cy="3429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14400" y="5943600"/>
            <a:ext cx="7315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8 Design Patterns EVERY Developer Should Know - 09:43:000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3999" y="1371600"/>
            <a:ext cx="6096000" cy="3429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14400" y="5943600"/>
            <a:ext cx="7315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8 Design Patterns EVERY Developer Should Know - 09:44:000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3999" y="1371600"/>
            <a:ext cx="6096000" cy="3429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14400" y="5943600"/>
            <a:ext cx="7315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8 Design Patterns EVERY Developer Should Know - 09:45:000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