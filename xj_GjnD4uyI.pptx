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jp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jp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jp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6.jp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jp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jp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jp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8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0.jp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1.jp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jp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3.jp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4.jp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5.jp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jp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7.jp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8.jp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9.jp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0.jp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1.jp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2.jp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3.jp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4.jp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5.jp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6.jp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7.jp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8.jp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9.jp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0.jp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1.jp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2.jp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jp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4.jp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5.jp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jp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7.jp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jp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9.jp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jp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1.jp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2.jp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jp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jp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jp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6.jp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7.jp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8.jp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9.jp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0.jp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/>
            </a:pPr>
            <a:r>
              <a:t>Video URL: Bilinmiyor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- 00:00:000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- 00:00:000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- 00:01:000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- 00:03:000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- 00:08:000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- 00:09:000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- 00:14:000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- 00:15:000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- 00:19:000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- 00:46:000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- 00:47:000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- 00:49:000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- 01:00:000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- 01:03:000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- 01:04:000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- 01:05:000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- 01:13:000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- 01:14:000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- 01:15:000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- 01:18:000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- 01:19:000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- 01:20:000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- 01:36:000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- 01:43:000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- 01:44:000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- 01:49:000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- 01:50:000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- 02:06:000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- 02:29:000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- 02:30:000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- 02:32:000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- 02:33:000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- 03:39:000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- 03:50:000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- 03:51:000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- 03:52:000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- 04:08:000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- 04:09:000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- 04:11:000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- 04:34:000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- 04:35:000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- 04:43:000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- 04:44:000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- 04:45:000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- 04:59:000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- 05:00:000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- 05:38:000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- 05:48:000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- 05:51:000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- 05:52:000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- 06:11:000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- 06:23:000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- 06:24:000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- 06:50:000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- 07:10:000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- 07:23:000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- 07:24:000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- 07:32:000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- 07:33:000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- 07:34:000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- 07:35:000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- 07:38:000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- 08:01:000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- 08:02:000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- 08:13:000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- 08:15:000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- 08:17:000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- 08:51:000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- 08:53:000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- 08:54:000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- 09:01:000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- 09:02:000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- 09:31:000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- 09:49:000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- 10:10:000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- 10:11:000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- 10:13:000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- 10:26:000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- 10:27:000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- 10:32:000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- 10:58:000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- 10:59:000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- 11:02:000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- 11:07:000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- 11:08:000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- 11:19:000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- 11:20:000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- 11:38:000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- 12:17:000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- 12:18:000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- 12:24:000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- 12:32:000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- 12:33:000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- 12:38:000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- 12:39:000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- 12:40:000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- 12:48:000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- 12:49:000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- 12:50:000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- 12:51:000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- 12:52:000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- 12:58:000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- 12:59:000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- 13:04:000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- 13:05:000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- 13:09:000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- 13:10:000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- 13:11:000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- 13:18:000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- 13:19:000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- 13:20:000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- 13:21:000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- 13:22:000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- 13:23:000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- 13:24:000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- 13:25:000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- 13:26:000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- 13:27:000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- 13:28:000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- 13:29:000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- 13:38:000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- 13:51:000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- 13:52:000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- 13:56:000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- 14:01:000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- 14:06:000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- 14:07:000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- 14:09:000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- 14:10:000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- 14:11:000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- 14:13:000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- 14:25:000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- 14:44:000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- 14:52:000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- 14:56:000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- 14:57:000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- 15:14:000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- 15:15:000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- 15:31:000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- 15:32:000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- 16:14:000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- 16:41:000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- 16:44:000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- 17:11:000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- 17:15:000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- 17:30:000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- 17:31:000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- 17:32:000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- 17:35:000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- 18:07:000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- 18:08:000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- 18:09:000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- 18:15:000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- 18:35:000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- 18:42:000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- 18:43:000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- 20:10:000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- 20:11:000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- 20:22:000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- 20:23:000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- 20:31:000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- 20:38:000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- 20:39:000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- 20:46:000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- 20:47:000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- 20:54:000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- 20:58:000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- 21:19:000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- 21:20:000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- 21:22:000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- 21:44:000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- 21:45:000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- 21:56:000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- 22:37:000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- 22:49:000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- 22:58:000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- 22:59:000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- 23:00:000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- 23:01:000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- 23:17:000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- 23:18:000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/>
            </a:pPr>
            <a:r>
              <a:t>Video - 23:19:000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