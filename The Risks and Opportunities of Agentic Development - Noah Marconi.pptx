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Video URL: https://www.youtube.com/watch?v=GlCJFsMCYjM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- 00:00:000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- 00:00:000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- 00:02:000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- 00:03:000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- 00:04:000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- 00:05:000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- 00:11:000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- 00:13:000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- 00:15:000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- 00:19:000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- 00:31:000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- 00:50:000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- 01:09:000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- 01:29:000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- 01:51:000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- 03:40:000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- 04:23:000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- 04:53:000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- 05:01:000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- 05:20:000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- 05:49:000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- 06:52:000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- 07:07:000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- 08:13:000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- 08:27:000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- 09:07:000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- 09:14:000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- 09:38:000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- 09:54:000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- 10:02:000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- 10:13:000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- 10:14:000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- 10:15:000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- 10:17:000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- 10:19:000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- 10:20:000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- 10:21:000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- 10:25:000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- 10:26:000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- 10:29:000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- 10:31:000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- 10:32:000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- 10:34:000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- 10:36:000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- 10:38:000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- 10:40:000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- 10:43:000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- 10:44:000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- 10:47:000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- 10:49:000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- 10:50:000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- 10:51:000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- 10:53:000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- 10:55:000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- 10:56:000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- 10:57:000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- 10:59:000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- 11:02:000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- 11:03:000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- 11:04:000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- 11:06:000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- 11:08:000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- 11:09:000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- 11:10:000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- 11:12:000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- 11:14:000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- 11:16:000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- 11:18:000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- 13:32:000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- 14:31:000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- 14:37:000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- 15:24:000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- 16:09:000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- 16:48:000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- 17:38:000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- 18:38:000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- 18:45:000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- 20:07:000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- 20:13:000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- 21:11:000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- 21:14:000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- 25:35:000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- 25:36:000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- 25:37:000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- 25:38:000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- 25:39:000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The Risks and Opportunities of Agentic Development - Noah Marconi - 25:45:000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