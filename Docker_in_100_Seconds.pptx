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- 00:57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- 00:58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- 00:59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- 01:16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- 01:21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- 01:42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- 01:43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- 01:53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- 01:54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- 01:57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- 02:00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- 02:01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- 02:03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Docker in 100 Seconds - 02:04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